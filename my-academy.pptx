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97" autoAdjust="0"/>
  </p:normalViewPr>
  <p:slideViewPr>
    <p:cSldViewPr snapToGrid="0">
      <p:cViewPr>
        <p:scale>
          <a:sx n="125" d="100"/>
          <a:sy n="125" d="100"/>
        </p:scale>
        <p:origin x="72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D6C89-E68B-423D-B0B1-9319A4770AE9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07BE75-CBEA-4CFB-AE50-E530E75DEC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3711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Treino tem nome , repetições e carga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7BE75-CBEA-4CFB-AE50-E530E75DEC76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0617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B6CF8-C68F-4BC1-A8FA-31911337C13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0131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A718B-1CAA-5ADC-4E58-BF88B9F8B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5AF7EC-C221-DDF7-B629-5FE8B90C3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F5E4E44-8360-534C-2276-F63A82F8E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B89981B-F4C6-842D-288E-7B341D94F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B6CF8-C68F-4BC1-A8FA-31911337C13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7430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B6CF8-C68F-4BC1-A8FA-31911337C13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37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7BE75-CBEA-4CFB-AE50-E530E75DEC76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4270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17948-B1DF-0811-7B45-F8FE3AD93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61D25C-AFC4-280C-068D-043AFCC502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670ADC-5DC5-D486-1AF0-5BE37E82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3991-B94B-43C8-99F3-6EECFF4772DE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95C4C0-9732-EB18-F67B-791B0F97D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773224-03DB-BE61-267E-304CE7024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C339-4251-43F0-BE33-C606B5FFB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0011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BE632-5092-39E6-F022-CCE98C354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FD982A-73E5-DA93-D103-47CCB8CDE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EDBEB5-D925-4BE9-83F9-93CED9C4B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3991-B94B-43C8-99F3-6EECFF4772DE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88ED3B-193F-FAC4-649A-4D03BA573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D752A1-9435-E843-A5F7-0F822B6D9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C339-4251-43F0-BE33-C606B5FFB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8934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400D1F-D366-51F6-721F-541E89188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4CF06E-FA55-0EC5-58B4-698CD083D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3DE8DC-EC4C-D411-4EAF-436A19FD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3991-B94B-43C8-99F3-6EECFF4772DE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DE2056-6C30-46F9-9FA8-849F113CF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E6A296-F963-9C7D-35A9-A3BAE2F5F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C339-4251-43F0-BE33-C606B5FFB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066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43F4C-299C-7D49-21C5-930C3BAD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785EEF-E9BD-9D5D-5C07-9ABDFB65A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FDAFD4E-055F-DD7A-DC27-7BAA62BEC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B4834A-89B2-2120-083B-DDB9EC7FC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3991-B94B-43C8-99F3-6EECFF4772DE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C705FE-EAE2-351D-61E0-7A6BBDCFB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BCC3E60-E043-56A8-A9B5-D86B9EB46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C339-4251-43F0-BE33-C606B5FFB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7637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EB9055-9FA5-BF47-2EBD-C89C6D951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65A6FC-3D96-F60D-99EE-E6DEB5BA2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87EB271-7C8A-25BF-142C-9D2C9AC4E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5A6C11E-D0AE-1AC1-ABCB-84DBE66FA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7DF516F-F5ED-A36E-2B84-061DEB991D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B5768ED-8AA5-ECB1-0E58-3D69832F5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3991-B94B-43C8-99F3-6EECFF4772DE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8A375C8-4D5B-1302-9D61-2F37CDF4A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E372CB1-0E4B-2231-41E9-CCD58BAC8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C339-4251-43F0-BE33-C606B5FFB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0160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32FC4B-D67C-9CFC-ABB4-6667333A2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7B6787E-792F-E457-89E7-BBC92AD75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3991-B94B-43C8-99F3-6EECFF4772DE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3D31E63-D4A7-EA00-F1C5-1AE1B1F72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5D5DA8C-73A4-A62E-84DF-7C4DBD9EC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C339-4251-43F0-BE33-C606B5FFB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2835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3957811-C0B9-3DC1-F29C-B4D19C140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3991-B94B-43C8-99F3-6EECFF4772DE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0A79041-7D95-34C3-D95C-1C9C14875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5501B3-46E3-BB9E-B5D8-072E42CFB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C339-4251-43F0-BE33-C606B5FFB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38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4C49C-4892-718F-7499-DE8688193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EB6B7C-D263-BA39-6C1C-313B51D0F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618D597-A50B-A9BC-D393-080394FEE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188668-0E45-2D7F-FC33-42A5872AF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3991-B94B-43C8-99F3-6EECFF4772DE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E88EE9D-C821-2F19-916F-F5F916301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AAAF82-EC99-695A-9C16-8EF86A87E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C339-4251-43F0-BE33-C606B5FFB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0840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B8E02E-7BE6-CD64-4510-8FABB68BB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EEC21DD-087D-731F-5D8C-D3E40398E0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9816829-024D-2C0D-73A1-0C3F38FE4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9D9F9D-4747-A7F7-F2FD-683D76FF4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3991-B94B-43C8-99F3-6EECFF4772DE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00560A1-734F-3FE5-1BA1-2DFEF7EA6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683F9F-B00F-67E4-D2E7-5AE2DC23D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C339-4251-43F0-BE33-C606B5FFB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5136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0A627-C7FC-803B-7CB3-1DF8DB208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7B6576A-3883-E854-6F84-E3CD86088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54653E-1B3C-B494-897D-04E7A5B04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3991-B94B-43C8-99F3-6EECFF4772DE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956DB3-89DB-D808-C45A-5A3613C35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D50405-17EE-6EF1-3F77-1B2667970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C339-4251-43F0-BE33-C606B5FFB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5757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AEE48B-A1E3-4D2C-0D06-57E1D68E3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257883-02E0-333B-AC64-6FFD7781E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74887E-8EE4-0588-2863-B38BA5AD3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63991-B94B-43C8-99F3-6EECFF4772DE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508408-641F-B6CA-84A2-A157CF3A4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885AEB-0EE8-5A69-7922-23E6A0A7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9C339-4251-43F0-BE33-C606B5FFB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4785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A751470-0F25-2632-0268-292F24267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796669-FBBD-E787-EE14-949CE6BB8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65D7FC-B717-0384-A2A6-C521D317FE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963991-B94B-43C8-99F3-6EECFF4772DE}" type="datetimeFigureOut">
              <a:rPr lang="pt-BR" smtClean="0"/>
              <a:t>10/11/2025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F2F2A8-B59B-3E5D-6FA9-52FF2B1172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C9887A-616A-D49A-4D6E-5356A7B6A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B9C339-4251-43F0-BE33-C606B5FFBF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623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877E191-B967-2BAE-6A62-A12B3F1BF3CB}"/>
              </a:ext>
            </a:extLst>
          </p:cNvPr>
          <p:cNvSpPr/>
          <p:nvPr/>
        </p:nvSpPr>
        <p:spPr>
          <a:xfrm>
            <a:off x="3441032" y="565484"/>
            <a:ext cx="3801979" cy="58954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03EE1FD-69CD-581E-5D8F-0427B0E21997}"/>
              </a:ext>
            </a:extLst>
          </p:cNvPr>
          <p:cNvSpPr/>
          <p:nvPr/>
        </p:nvSpPr>
        <p:spPr>
          <a:xfrm>
            <a:off x="3966358" y="938151"/>
            <a:ext cx="2945081" cy="938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Cadastrar classe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4EDB5D8-4CD6-13AA-0238-E6210E63501F}"/>
              </a:ext>
            </a:extLst>
          </p:cNvPr>
          <p:cNvSpPr/>
          <p:nvPr/>
        </p:nvSpPr>
        <p:spPr>
          <a:xfrm>
            <a:off x="7538852" y="938151"/>
            <a:ext cx="2945081" cy="938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Cadastrar treino 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312B937-5C1C-A339-5AB9-33D89086BFD2}"/>
              </a:ext>
            </a:extLst>
          </p:cNvPr>
          <p:cNvSpPr/>
          <p:nvPr/>
        </p:nvSpPr>
        <p:spPr>
          <a:xfrm>
            <a:off x="7538852" y="2313709"/>
            <a:ext cx="2945081" cy="938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Cadastrar exercício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8924BBB-5F57-CB65-7426-AB1B4BA6324B}"/>
              </a:ext>
            </a:extLst>
          </p:cNvPr>
          <p:cNvSpPr/>
          <p:nvPr/>
        </p:nvSpPr>
        <p:spPr>
          <a:xfrm>
            <a:off x="3402931" y="5450774"/>
            <a:ext cx="3878179" cy="938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Cadastro</a:t>
            </a:r>
          </a:p>
          <a:p>
            <a:pPr algn="ctr"/>
            <a:r>
              <a:rPr lang="pt-BR" dirty="0"/>
              <a:t>Edição</a:t>
            </a:r>
          </a:p>
          <a:p>
            <a:pPr algn="ctr"/>
            <a:r>
              <a:rPr lang="pt-BR" dirty="0"/>
              <a:t>acompanhamento</a:t>
            </a:r>
          </a:p>
        </p:txBody>
      </p:sp>
    </p:spTree>
    <p:extLst>
      <p:ext uri="{BB962C8B-B14F-4D97-AF65-F5344CB8AC3E}">
        <p14:creationId xmlns:p14="http://schemas.microsoft.com/office/powerpoint/2010/main" val="16195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57761FA-541E-F4FC-35C4-63FE9563E5CE}"/>
              </a:ext>
            </a:extLst>
          </p:cNvPr>
          <p:cNvSpPr txBox="1"/>
          <p:nvPr/>
        </p:nvSpPr>
        <p:spPr>
          <a:xfrm>
            <a:off x="1061786" y="613089"/>
            <a:ext cx="6093994" cy="423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000" b="1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Exercise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?: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pt-BR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repetitions</a:t>
            </a:r>
            <a:r>
              <a:rPr lang="pt-BR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training_id</a:t>
            </a:r>
            <a:r>
              <a:rPr lang="pt-BR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type_exercise_id</a:t>
            </a:r>
            <a:r>
              <a:rPr lang="pt-BR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20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pt-BR" sz="2000" b="1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TypeExercise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?: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slug</a:t>
            </a:r>
            <a:r>
              <a:rPr lang="pt-BR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ts val="1425"/>
              </a:lnSpc>
              <a:buNone/>
            </a:pP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20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pt-BR" sz="2000" b="1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1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Training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pt-BR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?: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date_before</a:t>
            </a:r>
            <a:r>
              <a:rPr lang="pt-BR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date_after</a:t>
            </a:r>
            <a:r>
              <a:rPr lang="pt-BR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2000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restlesness</a:t>
            </a:r>
            <a:r>
              <a:rPr lang="pt-BR" sz="20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0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pt-BR" sz="20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sz="2000" b="1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//dormi</a:t>
            </a:r>
            <a:endParaRPr lang="pt-BR" sz="20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63443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D57995A-36A9-247F-9347-14DDFD0BFF4D}"/>
              </a:ext>
            </a:extLst>
          </p:cNvPr>
          <p:cNvSpPr/>
          <p:nvPr/>
        </p:nvSpPr>
        <p:spPr>
          <a:xfrm>
            <a:off x="3804854" y="644236"/>
            <a:ext cx="3325091" cy="55695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47048CB-B5EA-6D94-33A9-9F36EC100808}"/>
              </a:ext>
            </a:extLst>
          </p:cNvPr>
          <p:cNvSpPr/>
          <p:nvPr/>
        </p:nvSpPr>
        <p:spPr>
          <a:xfrm>
            <a:off x="3994858" y="3958078"/>
            <a:ext cx="2945081" cy="938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Novo treino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A7AD87A-CF39-DE20-199D-BFE71E3A9176}"/>
              </a:ext>
            </a:extLst>
          </p:cNvPr>
          <p:cNvSpPr/>
          <p:nvPr/>
        </p:nvSpPr>
        <p:spPr>
          <a:xfrm>
            <a:off x="7538852" y="938151"/>
            <a:ext cx="2945081" cy="938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Cadastrar treino 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35218D7-2495-D420-D6E3-5839EDD5FB7C}"/>
              </a:ext>
            </a:extLst>
          </p:cNvPr>
          <p:cNvSpPr/>
          <p:nvPr/>
        </p:nvSpPr>
        <p:spPr>
          <a:xfrm>
            <a:off x="7538852" y="2313709"/>
            <a:ext cx="2945081" cy="938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Cadastrar exercício</a:t>
            </a:r>
          </a:p>
        </p:txBody>
      </p:sp>
      <p:sp>
        <p:nvSpPr>
          <p:cNvPr id="6" name="Estrela: 5 Pontas 5">
            <a:extLst>
              <a:ext uri="{FF2B5EF4-FFF2-40B4-BE49-F238E27FC236}">
                <a16:creationId xmlns:a16="http://schemas.microsoft.com/office/drawing/2014/main" id="{6CBF1AD8-9948-9AAD-6764-4BE51A77B1F5}"/>
              </a:ext>
            </a:extLst>
          </p:cNvPr>
          <p:cNvSpPr/>
          <p:nvPr/>
        </p:nvSpPr>
        <p:spPr>
          <a:xfrm>
            <a:off x="4788569" y="1475848"/>
            <a:ext cx="1431758" cy="1675722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5892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37D43-6E5A-B929-CDF0-FE2274B0E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E51F061-2EC6-7930-A8AC-2451D943C9B0}"/>
              </a:ext>
            </a:extLst>
          </p:cNvPr>
          <p:cNvSpPr/>
          <p:nvPr/>
        </p:nvSpPr>
        <p:spPr>
          <a:xfrm>
            <a:off x="3804854" y="644236"/>
            <a:ext cx="3325091" cy="55695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A0E57E2-D647-26D3-E39F-1DF9A31534D3}"/>
              </a:ext>
            </a:extLst>
          </p:cNvPr>
          <p:cNvSpPr/>
          <p:nvPr/>
        </p:nvSpPr>
        <p:spPr>
          <a:xfrm>
            <a:off x="3994858" y="3958078"/>
            <a:ext cx="2945081" cy="938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Tipo de treino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B85168B-C60E-D396-FAE1-656B32EBA5E7}"/>
              </a:ext>
            </a:extLst>
          </p:cNvPr>
          <p:cNvSpPr/>
          <p:nvPr/>
        </p:nvSpPr>
        <p:spPr>
          <a:xfrm>
            <a:off x="7538852" y="938151"/>
            <a:ext cx="2945081" cy="938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Cadastrar treino 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8EC2668-1135-3C70-1571-7AF0A9894BF6}"/>
              </a:ext>
            </a:extLst>
          </p:cNvPr>
          <p:cNvSpPr/>
          <p:nvPr/>
        </p:nvSpPr>
        <p:spPr>
          <a:xfrm>
            <a:off x="7538852" y="2313709"/>
            <a:ext cx="2945081" cy="938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Cadastrar exercício</a:t>
            </a:r>
          </a:p>
        </p:txBody>
      </p:sp>
      <p:sp>
        <p:nvSpPr>
          <p:cNvPr id="6" name="Estrela: 5 Pontas 5">
            <a:extLst>
              <a:ext uri="{FF2B5EF4-FFF2-40B4-BE49-F238E27FC236}">
                <a16:creationId xmlns:a16="http://schemas.microsoft.com/office/drawing/2014/main" id="{B6BC462D-FD2A-E008-5D95-136326B7CB58}"/>
              </a:ext>
            </a:extLst>
          </p:cNvPr>
          <p:cNvSpPr/>
          <p:nvPr/>
        </p:nvSpPr>
        <p:spPr>
          <a:xfrm>
            <a:off x="4788569" y="1475848"/>
            <a:ext cx="1431758" cy="1675722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5737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92EB089-E065-B309-52DD-C756BB747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125" y="-224029"/>
            <a:ext cx="9972485" cy="61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79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89A4E1B-63F1-DB3C-9609-DBC519F64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577" y="299601"/>
            <a:ext cx="2838846" cy="625879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BC09328-B83D-17F2-67E2-4C365D971CFF}"/>
              </a:ext>
            </a:extLst>
          </p:cNvPr>
          <p:cNvSpPr txBox="1"/>
          <p:nvPr/>
        </p:nvSpPr>
        <p:spPr>
          <a:xfrm>
            <a:off x="1475232" y="351500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#2196F3 azul</a:t>
            </a:r>
          </a:p>
          <a:p>
            <a:endParaRPr lang="pt-BR" dirty="0"/>
          </a:p>
          <a:p>
            <a:r>
              <a:rPr lang="pt-BR" dirty="0"/>
              <a:t>#dc3545 ver</a:t>
            </a:r>
          </a:p>
          <a:p>
            <a:r>
              <a:rPr lang="pt-BR" dirty="0"/>
              <a:t> </a:t>
            </a:r>
          </a:p>
          <a:p>
            <a:endParaRPr lang="pt-BR" dirty="0"/>
          </a:p>
          <a:p>
            <a:r>
              <a:rPr lang="pt-BR" dirty="0"/>
              <a:t>#6c757dS cinza</a:t>
            </a:r>
          </a:p>
        </p:txBody>
      </p:sp>
    </p:spTree>
    <p:extLst>
      <p:ext uri="{BB962C8B-B14F-4D97-AF65-F5344CB8AC3E}">
        <p14:creationId xmlns:p14="http://schemas.microsoft.com/office/powerpoint/2010/main" val="318277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073FFC4-1183-BD4E-E943-CEC94A64E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837" y="90021"/>
            <a:ext cx="6630325" cy="667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306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A9CEA39-2E67-DC31-6F8E-0B18C5F53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24" y="295969"/>
            <a:ext cx="4201111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415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3696</TotalTime>
  <Words>141</Words>
  <Application>Microsoft Office PowerPoint</Application>
  <PresentationFormat>Widescreen</PresentationFormat>
  <Paragraphs>45</Paragraphs>
  <Slides>8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Lorion moreira</dc:creator>
  <cp:lastModifiedBy>Lorion moreira</cp:lastModifiedBy>
  <cp:revision>2</cp:revision>
  <dcterms:created xsi:type="dcterms:W3CDTF">2025-11-07T23:52:48Z</dcterms:created>
  <dcterms:modified xsi:type="dcterms:W3CDTF">2025-11-11T01:46:35Z</dcterms:modified>
</cp:coreProperties>
</file>